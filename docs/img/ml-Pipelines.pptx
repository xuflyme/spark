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SZWMI6GQ797Q06TGRKR8YL0R7N80OAGREU0XTJEOXFG8TFLT6DBRIC0CFY9TPDRRXJMXSOZLZIA78PXJQOFAPF8O89D0WILBANOOIHB3E562B3A5D273E9AFFFA650EB6361E35E" Type="http://schemas.microsoft.com/office/2006/relationships/officeDocumentMain" Target="NULL"/><Relationship Id="SAWFK6GD79UQ0THGQYRNIL097NZMOYPR9S0XUJDBXGPRTQCTZDBRIC0HFY9TPB8RBOMXCOL9ZI6D8IEJQOFTKF8P8RM0WI5B8EODPHB37818B4638276F637729553DD6018DA7A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00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3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5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1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57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7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1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8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9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7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4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7D190-CD92-F849-9C29-A8D698500788}" type="datetimeFigureOut">
              <a:rPr lang="en-US" smtClean="0"/>
              <a:t>12/2/14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ADA7D-EAF0-D043-B8DB-CD1C1FF1A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813504" y="976681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Tokenizer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71746" y="979657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HashingTF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51908" y="883019"/>
            <a:ext cx="1478735" cy="656985"/>
          </a:xfrm>
          <a:prstGeom prst="roundRect">
            <a:avLst/>
          </a:pr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Logistic Regression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232962" y="1113654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128558" y="1113654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078876" y="1880182"/>
            <a:ext cx="722182" cy="1225354"/>
            <a:chOff x="697280" y="3318488"/>
            <a:chExt cx="722182" cy="1225354"/>
          </a:xfrm>
        </p:grpSpPr>
        <p:sp>
          <p:nvSpPr>
            <p:cNvPr id="26" name="Can 25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7280" y="3897511"/>
              <a:ext cx="7221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Raw text</a:t>
              </a:r>
              <a:endParaRPr lang="en-US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859424" y="1880633"/>
            <a:ext cx="812326" cy="948355"/>
            <a:chOff x="644489" y="3318488"/>
            <a:chExt cx="812326" cy="948355"/>
          </a:xfrm>
        </p:grpSpPr>
        <p:sp>
          <p:nvSpPr>
            <p:cNvPr id="29" name="Can 28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4489" y="3897511"/>
              <a:ext cx="8123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Words</a:t>
              </a:r>
              <a:endParaRPr lang="en-US" dirty="0"/>
            </a:p>
          </p:txBody>
        </p:sp>
      </p:grpSp>
      <p:sp>
        <p:nvSpPr>
          <p:cNvPr id="31" name="Right Arrow 30"/>
          <p:cNvSpPr/>
          <p:nvPr/>
        </p:nvSpPr>
        <p:spPr>
          <a:xfrm>
            <a:off x="3124793" y="2019860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5630509" y="1872412"/>
            <a:ext cx="1080291" cy="1225354"/>
            <a:chOff x="519978" y="3318488"/>
            <a:chExt cx="1080291" cy="1225354"/>
          </a:xfrm>
        </p:grpSpPr>
        <p:sp>
          <p:nvSpPr>
            <p:cNvPr id="33" name="Can 32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9978" y="3897511"/>
              <a:ext cx="1080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Feature vectors</a:t>
              </a:r>
              <a:endParaRPr lang="en-US" dirty="0"/>
            </a:p>
          </p:txBody>
        </p:sp>
      </p:grpSp>
      <p:sp>
        <p:nvSpPr>
          <p:cNvPr id="35" name="Right Arrow 34"/>
          <p:cNvSpPr/>
          <p:nvPr/>
        </p:nvSpPr>
        <p:spPr>
          <a:xfrm>
            <a:off x="5020389" y="2011639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>
            <a:off x="6878635" y="2019860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510508" y="870566"/>
            <a:ext cx="128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Pipeline</a:t>
            </a:r>
          </a:p>
          <a:p>
            <a:r>
              <a:rPr lang="en-US" i="1" dirty="0" smtClean="0"/>
              <a:t>(Estimator)</a:t>
            </a:r>
            <a:endParaRPr lang="en-US" i="1" dirty="0"/>
          </a:p>
        </p:txBody>
      </p:sp>
      <p:sp>
        <p:nvSpPr>
          <p:cNvPr id="47" name="TextBox 46"/>
          <p:cNvSpPr txBox="1"/>
          <p:nvPr/>
        </p:nvSpPr>
        <p:spPr>
          <a:xfrm>
            <a:off x="437222" y="2286901"/>
            <a:ext cx="1374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/>
              <a:t>Pipeline.fit</a:t>
            </a:r>
            <a:r>
              <a:rPr lang="en-US" i="1" dirty="0" smtClean="0"/>
              <a:t>()</a:t>
            </a:r>
            <a:endParaRPr lang="en-US" i="1" dirty="0"/>
          </a:p>
        </p:txBody>
      </p:sp>
      <p:sp>
        <p:nvSpPr>
          <p:cNvPr id="22" name="Rounded Rectangle 21"/>
          <p:cNvSpPr/>
          <p:nvPr/>
        </p:nvSpPr>
        <p:spPr>
          <a:xfrm>
            <a:off x="7443675" y="1681925"/>
            <a:ext cx="1478735" cy="1034538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Logistic </a:t>
            </a:r>
            <a:r>
              <a:rPr lang="en-US" b="1" dirty="0" smtClean="0">
                <a:solidFill>
                  <a:srgbClr val="000000"/>
                </a:solidFill>
              </a:rPr>
              <a:t>Regression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 smtClean="0">
                <a:solidFill>
                  <a:srgbClr val="000000"/>
                </a:solidFill>
              </a:rPr>
              <a:t>Model</a:t>
            </a:r>
            <a:endParaRPr lang="en-US" b="1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7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318940" y="1911036"/>
            <a:ext cx="722182" cy="1225354"/>
            <a:chOff x="697280" y="3318488"/>
            <a:chExt cx="722182" cy="1225354"/>
          </a:xfrm>
        </p:grpSpPr>
        <p:sp>
          <p:nvSpPr>
            <p:cNvPr id="10" name="Can 9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7280" y="3897511"/>
              <a:ext cx="7221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Raw text</a:t>
              </a:r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99488" y="1911487"/>
            <a:ext cx="812326" cy="948355"/>
            <a:chOff x="644489" y="3318488"/>
            <a:chExt cx="812326" cy="948355"/>
          </a:xfrm>
        </p:grpSpPr>
        <p:sp>
          <p:nvSpPr>
            <p:cNvPr id="14" name="Can 13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489" y="3897511"/>
              <a:ext cx="8123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Words</a:t>
              </a:r>
              <a:endParaRPr lang="en-US" dirty="0"/>
            </a:p>
          </p:txBody>
        </p:sp>
      </p:grpSp>
      <p:sp>
        <p:nvSpPr>
          <p:cNvPr id="16" name="Right Arrow 15"/>
          <p:cNvSpPr/>
          <p:nvPr/>
        </p:nvSpPr>
        <p:spPr>
          <a:xfrm>
            <a:off x="3364857" y="2050714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870573" y="1903266"/>
            <a:ext cx="1080291" cy="1225354"/>
            <a:chOff x="519978" y="3318488"/>
            <a:chExt cx="1080291" cy="1225354"/>
          </a:xfrm>
        </p:grpSpPr>
        <p:sp>
          <p:nvSpPr>
            <p:cNvPr id="18" name="Can 17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78" y="3897511"/>
              <a:ext cx="1080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Feature vectors</a:t>
              </a:r>
              <a:endParaRPr lang="en-US" dirty="0"/>
            </a:p>
          </p:txBody>
        </p:sp>
      </p:grpSp>
      <p:sp>
        <p:nvSpPr>
          <p:cNvPr id="20" name="Right Arrow 19"/>
          <p:cNvSpPr/>
          <p:nvPr/>
        </p:nvSpPr>
        <p:spPr>
          <a:xfrm>
            <a:off x="5260453" y="2042493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7766165" y="1911487"/>
            <a:ext cx="1242161" cy="948355"/>
            <a:chOff x="445265" y="3318488"/>
            <a:chExt cx="1242161" cy="948355"/>
          </a:xfrm>
        </p:grpSpPr>
        <p:sp>
          <p:nvSpPr>
            <p:cNvPr id="22" name="Can 21"/>
            <p:cNvSpPr/>
            <p:nvPr/>
          </p:nvSpPr>
          <p:spPr>
            <a:xfrm>
              <a:off x="846696" y="3318488"/>
              <a:ext cx="423348" cy="460728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5265" y="3897511"/>
              <a:ext cx="12421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Predictions</a:t>
              </a:r>
              <a:endParaRPr lang="en-US" dirty="0"/>
            </a:p>
          </p:txBody>
        </p:sp>
      </p:grpSp>
      <p:sp>
        <p:nvSpPr>
          <p:cNvPr id="24" name="Right Arrow 23"/>
          <p:cNvSpPr/>
          <p:nvPr/>
        </p:nvSpPr>
        <p:spPr>
          <a:xfrm>
            <a:off x="7230758" y="2050714"/>
            <a:ext cx="448250" cy="21168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3016219" y="880572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Tokenizer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874461" y="883548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HashingTF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54623" y="662390"/>
            <a:ext cx="1478735" cy="919025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Logistic Regression</a:t>
            </a:r>
          </a:p>
          <a:p>
            <a:pPr algn="ctr"/>
            <a:r>
              <a:rPr lang="en-US" b="1" dirty="0" smtClean="0">
                <a:solidFill>
                  <a:srgbClr val="000000"/>
                </a:solidFill>
              </a:rPr>
              <a:t>Model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4435677" y="1017545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>
            <a:off x="6331273" y="1017545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48644" y="858655"/>
            <a:ext cx="157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/>
              <a:t>PipelineModel</a:t>
            </a:r>
            <a:endParaRPr lang="en-US" i="1" dirty="0" smtClean="0"/>
          </a:p>
          <a:p>
            <a:r>
              <a:rPr lang="en-US" i="1" dirty="0" smtClean="0"/>
              <a:t>(Transformer)</a:t>
            </a:r>
            <a:endParaRPr lang="en-US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412319" y="2167344"/>
            <a:ext cx="157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/>
              <a:t>PipelineModel</a:t>
            </a:r>
            <a:endParaRPr lang="en-US" i="1" dirty="0" smtClean="0"/>
          </a:p>
          <a:p>
            <a:r>
              <a:rPr lang="en-US" i="1" dirty="0"/>
              <a:t> </a:t>
            </a:r>
            <a:r>
              <a:rPr lang="en-US" i="1" dirty="0" smtClean="0"/>
              <a:t> .transform()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7936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145529" y="2253833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Tokenizer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03771" y="2256809"/>
            <a:ext cx="1270043" cy="473180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HashingTF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83933" y="2160171"/>
            <a:ext cx="1478735" cy="656985"/>
          </a:xfrm>
          <a:prstGeom prst="roundRect">
            <a:avLst/>
          </a:prstGeom>
          <a:noFill/>
          <a:ln w="28575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00"/>
                </a:solidFill>
              </a:rPr>
              <a:t>Logistic Regression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564987" y="2390806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460583" y="2390806"/>
            <a:ext cx="286383" cy="2116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96498" y="2020218"/>
            <a:ext cx="5839712" cy="955835"/>
          </a:xfrm>
          <a:prstGeom prst="roundRect">
            <a:avLst/>
          </a:prstGeom>
          <a:noFill/>
          <a:ln w="28575" cmpd="sng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18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</Words>
  <Application>Microsoft Macintosh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</dc:creator>
  <cp:lastModifiedBy>Joseph</cp:lastModifiedBy>
  <cp:revision>6</cp:revision>
  <dcterms:created xsi:type="dcterms:W3CDTF">2014-12-02T01:19:47Z</dcterms:created>
  <dcterms:modified xsi:type="dcterms:W3CDTF">2014-12-02T18:19:37Z</dcterms:modified>
</cp:coreProperties>
</file>